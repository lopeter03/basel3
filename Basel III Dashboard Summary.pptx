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0080625" cy="567055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62479CCD-472E-41C4-933B-3E9D9D5AFD76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63600"/>
            <a:ext cx="9071280" cy="670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lstStyle>
            <a:lvl1pPr indent="0" algn="l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92500"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4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5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5B9FE69-42C7-468A-B331-1DC50A0937E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dt" idx="6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  <a:tabLst>
                <a:tab pos="0" algn="l"/>
              </a:tabLst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504000" y="1326240"/>
            <a:ext cx="907128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"/>
          <p:cNvPicPr/>
          <p:nvPr/>
        </p:nvPicPr>
        <p:blipFill>
          <a:blip r:embed="rId1"/>
          <a:stretch/>
        </p:blipFill>
        <p:spPr>
          <a:xfrm>
            <a:off x="782280" y="-4680"/>
            <a:ext cx="8504280" cy="566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"/>
          <p:cNvPicPr/>
          <p:nvPr/>
        </p:nvPicPr>
        <p:blipFill>
          <a:blip r:embed="rId2"/>
          <a:stretch/>
        </p:blipFill>
        <p:spPr>
          <a:xfrm>
            <a:off x="782280" y="-4680"/>
            <a:ext cx="8504280" cy="566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" name=""/>
          <p:cNvPicPr/>
          <p:nvPr/>
        </p:nvPicPr>
        <p:blipFill>
          <a:blip r:embed="rId3"/>
          <a:stretch/>
        </p:blipFill>
        <p:spPr>
          <a:xfrm>
            <a:off x="782280" y="-4680"/>
            <a:ext cx="8504280" cy="566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"/>
          <p:cNvPicPr/>
          <p:nvPr/>
        </p:nvPicPr>
        <p:blipFill>
          <a:blip r:embed="rId1"/>
          <a:stretch/>
        </p:blipFill>
        <p:spPr>
          <a:xfrm>
            <a:off x="1143000" y="228600"/>
            <a:ext cx="7772040" cy="5181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"/>
          <p:cNvPicPr/>
          <p:nvPr/>
        </p:nvPicPr>
        <p:blipFill>
          <a:blip r:embed="rId1"/>
          <a:stretch/>
        </p:blipFill>
        <p:spPr>
          <a:xfrm>
            <a:off x="1269000" y="457200"/>
            <a:ext cx="7646040" cy="509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" name=""/>
          <p:cNvPicPr/>
          <p:nvPr/>
        </p:nvPicPr>
        <p:blipFill>
          <a:blip r:embed="rId2"/>
          <a:stretch/>
        </p:blipFill>
        <p:spPr>
          <a:xfrm>
            <a:off x="781560" y="-5040"/>
            <a:ext cx="8505720" cy="567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685800" y="68400"/>
            <a:ext cx="8000640" cy="5333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2026-05-10T15:42:28Z</dcterms:created>
  <dc:creator/>
  <dc:description/>
  <dc:language>en-US</dc:language>
  <cp:lastModifiedBy/>
  <dcterms:modified xsi:type="dcterms:W3CDTF">2026-05-10T16:03:35Z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